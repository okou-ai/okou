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Import Test 500 1"/>
      <p:regular r:id="rId201314"/>
    </p:embeddedFont>
    <p:embeddedFont>
      <p:font typeface="Import Test 600 2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u-object-0"/>
          <p:cNvSpPr/>
          <p:nvPr/>
        </p:nvSpPr>
        <p:spPr>
          <a:xfrm>
            <a:off x="0" y="86"/>
            <a:ext cx="12191695" cy="6857829"/>
          </a:xfrm>
          <a:custGeom>
            <a:avLst/>
            <a:gdLst/>
            <a:ahLst/>
            <a:cxnLst/>
            <a:rect l="l" t="t" r="r" b="b"/>
            <a:pathLst>
              <a:path w="12191695" h="6857829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lnTo>
                  <a:pt x="12191695" y="0"/>
                </a:lnTo>
                <a:cubicBezTo>
                  <a:pt x="12191695" y="0"/>
                  <a:pt x="12191695" y="0"/>
                  <a:pt x="12191695" y="0"/>
                </a:cubicBezTo>
                <a:lnTo>
                  <a:pt x="12191695" y="6857829"/>
                </a:lnTo>
                <a:cubicBezTo>
                  <a:pt x="12191695" y="6857829"/>
                  <a:pt x="12191695" y="6857829"/>
                  <a:pt x="12191695" y="6857829"/>
                </a:cubicBezTo>
                <a:lnTo>
                  <a:pt x="0" y="6857829"/>
                </a:lnTo>
                <a:cubicBezTo>
                  <a:pt x="0" y="6857829"/>
                  <a:pt x="0" y="6857829"/>
                  <a:pt x="0" y="685782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okou-object-1"/>
          <p:cNvSpPr/>
          <p:nvPr/>
        </p:nvSpPr>
        <p:spPr>
          <a:xfrm>
            <a:off x="487668" y="426795"/>
            <a:ext cx="11216360" cy="7315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760" u="none" dirty="0">
                <a:solidFill>
                  <a:srgbClr val="000000"/>
                </a:solidFill>
                <a:latin typeface="Import Test 500 1" pitchFamily="34" charset="0"/>
                <a:ea typeface="Import Test 500 1" pitchFamily="34" charset="-122"/>
                <a:cs typeface="Import Test 500 1" pitchFamily="34" charset="-120"/>
              </a:rPr>
              <a:t>05</a:t>
            </a:r>
            <a:endParaRPr lang="en-US" sz="5760" dirty="0"/>
          </a:p>
        </p:txBody>
        <p:extLst>
          <p:ext uri="https://okou.ai/presentation/text-source/v1">
            <okou:text xmlns:okou="https://okou.ai/presentation/text-source/v1" line="owner-0-break-0-&quot;Import Test&quot;|72px|normal-top-42">
              <okou:run family="Import Test" weight="500" italic="0">05</okou:run>
            </okou:text>
          </p:ext>
        </p:extLst>
      </p:sp>
      <p:sp>
        <p:nvSpPr>
          <p:cNvPr id="4" name="okou-object-2"/>
          <p:cNvSpPr/>
          <p:nvPr/>
        </p:nvSpPr>
        <p:spPr>
          <a:xfrm>
            <a:off x="487668" y="1048445"/>
            <a:ext cx="11216360" cy="7315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760" u="none" dirty="0">
                <a:solidFill>
                  <a:srgbClr val="000000"/>
                </a:solidFill>
                <a:latin typeface="Import Test 500 1" pitchFamily="34" charset="0"/>
                <a:ea typeface="Import Test 500 1" pitchFamily="34" charset="-122"/>
                <a:cs typeface="Import Test 500 1" pitchFamily="34" charset="-120"/>
              </a:rPr>
              <a:t>guardrails</a:t>
            </a:r>
            <a:endParaRPr lang="en-US" sz="5760" dirty="0"/>
          </a:p>
        </p:txBody>
        <p:extLst>
          <p:ext uri="https://okou.ai/presentation/text-source/v1">
            <okou:text xmlns:okou="https://okou.ai/presentation/text-source/v1" line="owner-0-break-1-&quot;Import Test&quot;|72px|normal-top-103.1875">
              <okou:run family="Import Test" weight="500" italic="0">guardrails</okou:run>
            </okou:text>
          </p:ext>
        </p:extLst>
      </p:sp>
      <p:sp>
        <p:nvSpPr>
          <p:cNvPr id="5" name="okou-object-3"/>
          <p:cNvSpPr/>
          <p:nvPr/>
        </p:nvSpPr>
        <p:spPr>
          <a:xfrm>
            <a:off x="487666" y="2462554"/>
            <a:ext cx="1056776" cy="325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560" u="none" dirty="0">
                <a:solidFill>
                  <a:srgbClr val="000000"/>
                </a:solidFill>
                <a:latin typeface="Import Test 500 1" pitchFamily="34" charset="0"/>
                <a:ea typeface="Import Test 500 1" pitchFamily="34" charset="-122"/>
                <a:cs typeface="Import Test 500 1" pitchFamily="34" charset="-120"/>
              </a:rPr>
              <a:t>White </a:t>
            </a:r>
            <a:endParaRPr lang="en-US" sz="2560" dirty="0"/>
          </a:p>
        </p:txBody>
        <p:extLst>
          <p:ext uri="https://okou.ai/presentation/text-source/v1">
            <okou:text xmlns:okou="https://okou.ai/presentation/text-source/v1" line="owner-1-break-0-&quot;Import Test&quot;|32px|normal-top-242.375">
              <okou:run family="Import Test" weight="500" italic="0">White </okou:run>
            </okou:text>
          </p:ext>
        </p:extLst>
      </p:sp>
      <p:sp>
        <p:nvSpPr>
          <p:cNvPr id="6" name="okou-object-4"/>
          <p:cNvSpPr/>
          <p:nvPr/>
        </p:nvSpPr>
        <p:spPr>
          <a:xfrm>
            <a:off x="2519933" y="2462554"/>
            <a:ext cx="9184095" cy="325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560" u="none" dirty="0">
                <a:solidFill>
                  <a:srgbClr val="000000"/>
                </a:solidFill>
                <a:latin typeface="Import Test 500 1" pitchFamily="34" charset="0"/>
                <a:ea typeface="Import Test 500 1" pitchFamily="34" charset="-122"/>
                <a:cs typeface="Import Test 500 1" pitchFamily="34" charset="-120"/>
              </a:rPr>
              <a:t> guardrails</a:t>
            </a:r>
            <a:endParaRPr lang="en-US" sz="2560" dirty="0"/>
          </a:p>
        </p:txBody>
        <p:extLst>
          <p:ext uri="https://okou.ai/presentation/text-source/v1">
            <okou:text xmlns:okou="https://okou.ai/presentation/text-source/v1" line="owner-1-break-0-&quot;Import Test&quot;|32px|normal-top-242.375">
              <okou:run family="Import Test" weight="500" italic="0"> guardrails</okou:run>
            </okou:text>
          </p:ext>
        </p:extLst>
      </p:sp>
      <p:sp>
        <p:nvSpPr>
          <p:cNvPr id="7" name="okou-object-5"/>
          <p:cNvSpPr/>
          <p:nvPr/>
        </p:nvSpPr>
        <p:spPr>
          <a:xfrm>
            <a:off x="1544440" y="2462554"/>
            <a:ext cx="975494" cy="325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560" u="none" dirty="0">
                <a:solidFill>
                  <a:srgbClr val="008855"/>
                </a:solidFill>
                <a:latin typeface="Import Test 600 2" pitchFamily="34" charset="0"/>
                <a:ea typeface="Import Test 600 2" pitchFamily="34" charset="-122"/>
                <a:cs typeface="Import Test 600 2" pitchFamily="34" charset="-120"/>
              </a:rPr>
              <a:t>Green</a:t>
            </a:r>
            <a:endParaRPr lang="en-US" sz="2560" dirty="0"/>
          </a:p>
        </p:txBody>
        <p:extLst>
          <p:ext uri="https://okou.ai/presentation/text-source/v1">
            <okou:text xmlns:okou="https://okou.ai/presentation/text-source/v1" line="owner-1-break-0-&quot;Import Test&quot;|32px|normal-top-242.375">
              <okou:run family="Import Test" weight="600" italic="0">Green</okou:run>
            </okou:text>
          </p:ext>
        </p:extLst>
      </p:sp>
      <p:grpSp>
        <p:nvGrpSpPr>
          <p:cNvPr id="10" name="okou-svg-5" descr="Editable SVG shapes and text"/>
          <p:cNvGrpSpPr/>
          <p:nvPr/>
        </p:nvGrpSpPr>
        <p:grpSpPr>
          <a:xfrm>
            <a:off x="10261343" y="4978361"/>
            <a:ext cx="812780" cy="812780"/>
            <a:chOff x="10261343" y="4978361"/>
            <a:chExt cx="812780" cy="812780"/>
          </a:xfrm>
        </p:grpSpPr>
        <p:sp>
          <p:nvSpPr>
            <p:cNvPr id="8" name="okou-object-6"/>
            <p:cNvSpPr/>
            <p:nvPr/>
          </p:nvSpPr>
          <p:spPr>
            <a:xfrm>
              <a:off x="10261343" y="4978361"/>
              <a:ext cx="812780" cy="812780"/>
            </a:xfrm>
            <a:custGeom>
              <a:avLst/>
              <a:gdLst/>
              <a:ahLst/>
              <a:cxnLst/>
              <a:rect l="l" t="t" r="r" b="b"/>
              <a:pathLst>
                <a:path w="812780" h="812780">
                  <a:moveTo>
                    <a:pt x="812780" y="406390"/>
                  </a:moveTo>
                  <a:cubicBezTo>
                    <a:pt x="812780" y="630833"/>
                    <a:pt x="630833" y="812780"/>
                    <a:pt x="406390" y="812780"/>
                  </a:cubicBezTo>
                  <a:cubicBezTo>
                    <a:pt x="181947" y="812780"/>
                    <a:pt x="0" y="630833"/>
                    <a:pt x="0" y="406390"/>
                  </a:cubicBezTo>
                  <a:cubicBezTo>
                    <a:pt x="0" y="181947"/>
                    <a:pt x="181947" y="0"/>
                    <a:pt x="406390" y="0"/>
                  </a:cubicBezTo>
                  <a:cubicBezTo>
                    <a:pt x="630833" y="0"/>
                    <a:pt x="812780" y="181947"/>
                    <a:pt x="812780" y="406390"/>
                  </a:cubicBezTo>
                  <a:close/>
                </a:path>
              </a:pathLst>
            </a:custGeom>
            <a:solidFill>
              <a:srgbClr val="008855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9" name="okou-object-7"/>
            <p:cNvSpPr/>
            <p:nvPr/>
          </p:nvSpPr>
          <p:spPr>
            <a:xfrm>
              <a:off x="10362941" y="5384751"/>
              <a:ext cx="609585" cy="10"/>
            </a:xfrm>
            <a:custGeom>
              <a:avLst/>
              <a:gdLst/>
              <a:ahLst/>
              <a:cxnLst/>
              <a:rect l="l" t="t" r="r" b="b"/>
              <a:pathLst>
                <a:path w="609585" h="10">
                  <a:moveTo>
                    <a:pt x="0" y="0"/>
                  </a:moveTo>
                  <a:lnTo>
                    <a:pt x="609585" y="0"/>
                  </a:lnTo>
                </a:path>
              </a:pathLst>
            </a:custGeom>
            <a:solidFill>
              <a:srgbClr val="000000"/>
            </a:solidFill>
            <a:ln w="20319" cap="flat">
              <a:solidFill>
                <a:srgbClr val="000000">
                  <a:alpha val="100000"/>
                </a:srgbClr>
              </a:solidFill>
              <a:prstDash val="solid"/>
              <a:miter lim="400000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2026-10-20T09:26:44Z</dcterms:created>
  <dcterms:modified xsi:type="dcterms:W3CDTF">2026-10-20T09:26:44Z</dcterms:modified>
</cp:coreProperties>
</file>