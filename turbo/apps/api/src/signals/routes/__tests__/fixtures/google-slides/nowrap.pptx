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685800" y="419100"/>
            <a:ext cx="46647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A / SYSTEM FONT / TIGHT SINGLE-LINE BOXES</a:t>
            </a:r>
            <a:endParaRPr lang="en-US" sz="1440" dirty="0"/>
          </a:p>
        </p:txBody>
      </p:sp>
      <p:sp>
        <p:nvSpPr>
          <p:cNvPr id="3" name="title"/>
          <p:cNvSpPr/>
          <p:nvPr/>
        </p:nvSpPr>
        <p:spPr>
          <a:xfrm>
            <a:off x="685800" y="1737360"/>
            <a:ext cx="5393650" cy="111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Done,</a:t>
            </a:r>
            <a:endParaRPr lang="en-US" sz="7800" dirty="0"/>
          </a:p>
        </p:txBody>
      </p:sp>
      <p:sp>
        <p:nvSpPr>
          <p:cNvPr id="4" name="title"/>
          <p:cNvSpPr/>
          <p:nvPr/>
        </p:nvSpPr>
        <p:spPr>
          <a:xfrm>
            <a:off x="685800" y="2757607"/>
            <a:ext cx="5432822" cy="111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Team</a:t>
            </a:r>
            <a:endParaRPr lang="en-US" sz="7800" dirty="0"/>
          </a:p>
        </p:txBody>
      </p:sp>
      <p:sp>
        <p:nvSpPr>
          <p:cNvPr id="5" name="subtitle"/>
          <p:cNvSpPr/>
          <p:nvPr/>
        </p:nvSpPr>
        <p:spPr>
          <a:xfrm>
            <a:off x="685800" y="4183380"/>
            <a:ext cx="5719763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9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AI teammates unlock your next stage of growth?</a:t>
            </a:r>
            <a:endParaRPr lang="en-US" sz="1920" dirty="0"/>
          </a:p>
        </p:txBody>
      </p:sp>
      <p:sp>
        <p:nvSpPr>
          <p:cNvPr id="6" name="control"/>
          <p:cNvSpPr/>
          <p:nvPr/>
        </p:nvSpPr>
        <p:spPr>
          <a:xfrm>
            <a:off x="685800" y="5509260"/>
            <a:ext cx="486918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Expected: two title lines; the title never overlaps this subtitle.</a:t>
            </a:r>
            <a:endParaRPr lang="en-US" sz="14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A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685800" y="419100"/>
            <a:ext cx="538210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 / SYSTEM FONT / NUMBER AND WORD BOUNDARIES</a:t>
            </a:r>
            <a:endParaRPr lang="en-US" sz="1440" dirty="0"/>
          </a:p>
        </p:txBody>
      </p:sp>
      <p:sp>
        <p:nvSpPr>
          <p:cNvPr id="3" name="number"/>
          <p:cNvSpPr/>
          <p:nvPr/>
        </p:nvSpPr>
        <p:spPr>
          <a:xfrm>
            <a:off x="685800" y="1935480"/>
            <a:ext cx="2372082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800" dirty="0"/>
          </a:p>
        </p:txBody>
      </p:sp>
      <p:sp>
        <p:nvSpPr>
          <p:cNvPr id="4" name="heading"/>
          <p:cNvSpPr/>
          <p:nvPr/>
        </p:nvSpPr>
        <p:spPr>
          <a:xfrm>
            <a:off x="4343400" y="2278380"/>
            <a:ext cx="1067276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</a:t>
            </a:r>
            <a:endParaRPr lang="en-US" sz="5400" dirty="0"/>
          </a:p>
        </p:txBody>
      </p:sp>
      <p:sp>
        <p:nvSpPr>
          <p:cNvPr id="5" name="heading"/>
          <p:cNvSpPr/>
          <p:nvPr/>
        </p:nvSpPr>
        <p:spPr>
          <a:xfrm>
            <a:off x="4343400" y="3032760"/>
            <a:ext cx="3315891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5400" dirty="0"/>
          </a:p>
        </p:txBody>
      </p:sp>
      <p:sp>
        <p:nvSpPr>
          <p:cNvPr id="6" name="body"/>
          <p:cNvSpPr/>
          <p:nvPr/>
        </p:nvSpPr>
        <p:spPr>
          <a:xfrm>
            <a:off x="4343400" y="4107180"/>
            <a:ext cx="470392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9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AI agents safe as they take on real</a:t>
            </a:r>
            <a:endParaRPr lang="en-US" sz="1920" dirty="0"/>
          </a:p>
        </p:txBody>
      </p:sp>
      <p:sp>
        <p:nvSpPr>
          <p:cNvPr id="7" name="body"/>
          <p:cNvSpPr/>
          <p:nvPr/>
        </p:nvSpPr>
        <p:spPr>
          <a:xfrm>
            <a:off x="4343400" y="4448532"/>
            <a:ext cx="51482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9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endParaRPr lang="en-US" sz="1920" dirty="0"/>
          </a:p>
        </p:txBody>
      </p:sp>
      <p:sp>
        <p:nvSpPr>
          <p:cNvPr id="8" name="control"/>
          <p:cNvSpPr/>
          <p:nvPr/>
        </p:nvSpPr>
        <p:spPr>
          <a:xfrm>
            <a:off x="685800" y="5509260"/>
            <a:ext cx="486965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Expected: 05 stays on one line; guardrails stays on one line.</a:t>
            </a:r>
            <a:endParaRPr lang="en-US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A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685800" y="419100"/>
            <a:ext cx="4925139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22222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CASE C / WEB FONT / NUMBER AND WORD BOUNDARIES</a:t>
            </a:r>
            <a:endParaRPr lang="en-US" sz="1440" dirty="0"/>
          </a:p>
        </p:txBody>
      </p:sp>
      <p:sp>
        <p:nvSpPr>
          <p:cNvPr id="3" name="number"/>
          <p:cNvSpPr/>
          <p:nvPr/>
        </p:nvSpPr>
        <p:spPr>
          <a:xfrm>
            <a:off x="685800" y="1737360"/>
            <a:ext cx="2910245" cy="2773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800" b="1" dirty="0">
                <a:solidFill>
                  <a:srgbClr val="22222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05</a:t>
            </a:r>
            <a:endParaRPr lang="en-US" sz="16800" dirty="0"/>
          </a:p>
        </p:txBody>
      </p:sp>
      <p:sp>
        <p:nvSpPr>
          <p:cNvPr id="4" name="heading"/>
          <p:cNvSpPr/>
          <p:nvPr/>
        </p:nvSpPr>
        <p:spPr>
          <a:xfrm>
            <a:off x="4343400" y="2217420"/>
            <a:ext cx="1173718" cy="891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2222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Set</a:t>
            </a:r>
            <a:endParaRPr lang="en-US" sz="5400" dirty="0"/>
          </a:p>
        </p:txBody>
      </p:sp>
      <p:sp>
        <p:nvSpPr>
          <p:cNvPr id="5" name="heading"/>
          <p:cNvSpPr/>
          <p:nvPr/>
        </p:nvSpPr>
        <p:spPr>
          <a:xfrm>
            <a:off x="4343400" y="2971800"/>
            <a:ext cx="3419356" cy="891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2222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guardrails</a:t>
            </a:r>
            <a:endParaRPr lang="en-US" sz="5400" dirty="0"/>
          </a:p>
        </p:txBody>
      </p:sp>
      <p:sp>
        <p:nvSpPr>
          <p:cNvPr id="6" name="body"/>
          <p:cNvSpPr/>
          <p:nvPr/>
        </p:nvSpPr>
        <p:spPr>
          <a:xfrm>
            <a:off x="4343400" y="4084320"/>
            <a:ext cx="4795718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920" dirty="0">
                <a:solidFill>
                  <a:srgbClr val="22222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Keeping AI agents safe as they take on real</a:t>
            </a:r>
            <a:endParaRPr lang="en-US" sz="1920" dirty="0"/>
          </a:p>
        </p:txBody>
      </p:sp>
      <p:sp>
        <p:nvSpPr>
          <p:cNvPr id="7" name="body"/>
          <p:cNvSpPr/>
          <p:nvPr/>
        </p:nvSpPr>
        <p:spPr>
          <a:xfrm>
            <a:off x="4343400" y="4425672"/>
            <a:ext cx="559713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920" dirty="0">
                <a:solidFill>
                  <a:srgbClr val="22222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work</a:t>
            </a:r>
            <a:endParaRPr lang="en-US" sz="1920" dirty="0"/>
          </a:p>
        </p:txBody>
      </p:sp>
      <p:sp>
        <p:nvSpPr>
          <p:cNvPr id="8" name="control"/>
          <p:cNvSpPr/>
          <p:nvPr/>
        </p:nvSpPr>
        <p:spPr>
          <a:xfrm>
            <a:off x="685800" y="5494020"/>
            <a:ext cx="5257443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22222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Expected: the same line boundaries after Google Slides import.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rol-heading"/>
          <p:cNvSpPr/>
          <p:nvPr/>
        </p:nvSpPr>
        <p:spPr>
          <a:xfrm>
            <a:off x="685800" y="365760"/>
            <a:ext cx="10972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D / ALIGNMENT, ROTATION AND WRAPPING CONTROLS</a:t>
            </a:r>
            <a:endParaRPr lang="en-US" sz="2000" dirty="0"/>
          </a:p>
        </p:txBody>
      </p:sp>
      <p:sp>
        <p:nvSpPr>
          <p:cNvPr id="3" name="left"/>
          <p:cNvSpPr/>
          <p:nvPr/>
        </p:nvSpPr>
        <p:spPr>
          <a:xfrm>
            <a:off x="914400" y="1371600"/>
            <a:ext cx="2743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aligned</a:t>
            </a:r>
            <a:endParaRPr lang="en-US" sz="2400" dirty="0"/>
          </a:p>
        </p:txBody>
      </p:sp>
      <p:sp>
        <p:nvSpPr>
          <p:cNvPr id="4" name="left-rotated"/>
          <p:cNvSpPr/>
          <p:nvPr/>
        </p:nvSpPr>
        <p:spPr>
          <a:xfrm rot="1800000">
            <a:off x="914400" y="2743200"/>
            <a:ext cx="2743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rotated</a:t>
            </a:r>
            <a:endParaRPr lang="en-US" sz="2400" dirty="0"/>
          </a:p>
        </p:txBody>
      </p:sp>
      <p:sp>
        <p:nvSpPr>
          <p:cNvPr id="5" name="center"/>
          <p:cNvSpPr/>
          <p:nvPr/>
        </p:nvSpPr>
        <p:spPr>
          <a:xfrm>
            <a:off x="4572000" y="1371600"/>
            <a:ext cx="2743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aligned</a:t>
            </a:r>
            <a:endParaRPr lang="en-US" sz="2400" dirty="0"/>
          </a:p>
        </p:txBody>
      </p:sp>
      <p:sp>
        <p:nvSpPr>
          <p:cNvPr id="6" name="center-rotated"/>
          <p:cNvSpPr/>
          <p:nvPr/>
        </p:nvSpPr>
        <p:spPr>
          <a:xfrm rot="1800000">
            <a:off x="4572000" y="2743200"/>
            <a:ext cx="2743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rotated</a:t>
            </a:r>
            <a:endParaRPr lang="en-US" sz="2400" dirty="0"/>
          </a:p>
        </p:txBody>
      </p:sp>
      <p:sp>
        <p:nvSpPr>
          <p:cNvPr id="7" name="right"/>
          <p:cNvSpPr/>
          <p:nvPr/>
        </p:nvSpPr>
        <p:spPr>
          <a:xfrm>
            <a:off x="8229600" y="1371600"/>
            <a:ext cx="2743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aligned</a:t>
            </a:r>
            <a:endParaRPr lang="en-US" sz="2400" dirty="0"/>
          </a:p>
        </p:txBody>
      </p:sp>
      <p:sp>
        <p:nvSpPr>
          <p:cNvPr id="8" name="right-rotated"/>
          <p:cNvSpPr/>
          <p:nvPr/>
        </p:nvSpPr>
        <p:spPr>
          <a:xfrm rot="19800000">
            <a:off x="8229600" y="2743200"/>
            <a:ext cx="2743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rotated</a:t>
            </a:r>
            <a:endParaRPr lang="en-US" sz="2400" dirty="0"/>
          </a:p>
        </p:txBody>
      </p:sp>
      <p:sp>
        <p:nvSpPr>
          <p:cNvPr id="9" name="wrapped-control"/>
          <p:cNvSpPr/>
          <p:nvPr/>
        </p:nvSpPr>
        <p:spPr>
          <a:xfrm>
            <a:off x="914400" y="4297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normal paragraph wraps inside this deliberately narrow text box.</a:t>
            </a:r>
            <a:endParaRPr lang="en-US" sz="2400" dirty="0"/>
          </a:p>
        </p:txBody>
      </p:sp>
      <p:sp>
        <p:nvSpPr>
          <p:cNvPr id="10" name="painted-control"/>
          <p:cNvSpPr/>
          <p:nvPr/>
        </p:nvSpPr>
        <p:spPr>
          <a:xfrm>
            <a:off x="4572000" y="4297680"/>
            <a:ext cx="2743200" cy="548640"/>
          </a:xfrm>
          <a:prstGeom prst="rect">
            <a:avLst/>
          </a:prstGeom>
          <a:solidFill>
            <a:srgbClr val="FFCC8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Painted text box</a:t>
            </a:r>
            <a:endParaRPr lang="en-US" sz="2400" dirty="0"/>
          </a:p>
        </p:txBody>
      </p:sp>
      <p:sp>
        <p:nvSpPr>
          <p:cNvPr id="11" name="explicit-break-control"/>
          <p:cNvSpPr/>
          <p:nvPr/>
        </p:nvSpPr>
        <p:spPr>
          <a:xfrm>
            <a:off x="8229600" y="4297680"/>
            <a:ext cx="2743200" cy="1188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line one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line two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reflow reproduction</dc:title>
  <dc:subject>Google Slides import regression</dc:subject>
  <dc:creator>Okou</dc:creator>
  <cp:lastModifiedBy>Okou</cp:lastModifiedBy>
  <cp:revision>1</cp:revision>
  <dcterms:created xsi:type="dcterms:W3CDTF">2026-10-15T02:46:55Z</dcterms:created>
  <dcterms:modified xsi:type="dcterms:W3CDTF">2026-10-15T02:46:55Z</dcterms:modified>
</cp:coreProperties>
</file>